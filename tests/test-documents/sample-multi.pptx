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discuss Q2 projections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Quarterly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Telstra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2026-03-15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Origin 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2026-03-20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Summary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